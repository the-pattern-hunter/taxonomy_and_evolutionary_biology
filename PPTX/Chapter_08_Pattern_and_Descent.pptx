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8</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Selection in Disguise</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Adaptive Resemblance and Sexual Selection</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3 · Process of Evolutionary Changes</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"The most dramatic traits in nature — the orchid mantis, the peacock's train, the wasp mimic fly — are products of the most ruthlessly precise selection. What looks like extravagance is often the precise solution to a biological information problem."</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8.1 Cryptic Colouration</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8.2 Batesian Mimicry</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8.3 Müllerian Mimicry</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8.4 Frequency Dependence in Mimicry</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8.5 Intrasexual Selection</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8.6 Intersexual Selection</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8.7 The Handicap Principle</a:t>
            </a:r>
            <a:endParaRPr lang="en-US" sz="1150" dirty="0"/>
          </a:p>
        </p:txBody>
      </p:sp>
      <p:sp>
        <p:nvSpPr>
          <p:cNvPr id="32" name="Shape 30"/>
          <p:cNvSpPr/>
          <p:nvPr/>
        </p:nvSpPr>
        <p:spPr>
          <a:xfrm>
            <a:off x="274320" y="3273552"/>
            <a:ext cx="8595360" cy="566928"/>
          </a:xfrm>
          <a:prstGeom prst="rect">
            <a:avLst/>
          </a:prstGeom>
          <a:solidFill>
            <a:srgbClr val="1C2B1E"/>
          </a:solidFill>
          <a:ln w="12700">
            <a:solidFill>
              <a:srgbClr val="1C2B1E"/>
            </a:solidFill>
            <a:prstDash val="solid"/>
          </a:ln>
        </p:spPr>
      </p:sp>
      <p:sp>
        <p:nvSpPr>
          <p:cNvPr id="33" name="Text 31"/>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T3 — Frequency-dependent selection (Ch. 7) now applied to mimicry · T4 — Sexual selection as a distinct component of natural selection</a:t>
            </a:r>
            <a:endParaRPr lang="en-US" sz="1050" dirty="0"/>
          </a:p>
        </p:txBody>
      </p:sp>
      <p:sp>
        <p:nvSpPr>
          <p:cNvPr id="34" name="Text 3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5" name="Text 3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§8.1 Cryptic Colouration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Concealment by Resemblance to the Background</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Cryptic colouration: an organism's appearance resembles its physical background, reducing detection by predators or prey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resemblance is adaptive: evolved and maintained by natural selection — individuals with closer resemblance survive at higher rates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Types: background matching (colour + pattern), disruptive colouration (bold patterns breaking up body outline), masquerade (resembling a specific inedible object)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Kallima inachus (Indian dead-leaf butterfly): closed wings precisely mimic a dry leaf — midrib, veins, fungal spots included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Effectiveness depends on the predator's perceptual system — bark mantids are invisible to avian predators with tetrachromatic vision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Cryptic colouration is ALWAYS relative to a specific predator's sensory system and a specific background</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BACKGROUND MATCHING</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Colour + pattern match substrate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Effective in stable habitats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Kallima inachus (dead leaf)</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Bark-pattern moths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Countershading in fish</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DISRUPTIVE COLOURATION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Bold pattern breaks body outline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Predator cannot resolve body shape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Stripes of zebra, caterpillar bands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Eye-spots distract from vital areas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Effective against motion-detection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Cryptic Colouration: </a:t>
            </a:r>
            <a:pPr indent="0" marL="0">
              <a:buNone/>
            </a:pPr>
            <a:r>
              <a:rPr lang="en-US" sz="1100" dirty="0">
                <a:solidFill>
                  <a:srgbClr val="F4F1EC"/>
                </a:solidFill>
                <a:latin typeface="Calibri" pitchFamily="34" charset="0"/>
                <a:ea typeface="Calibri" pitchFamily="34" charset="-122"/>
                <a:cs typeface="Calibri" pitchFamily="34" charset="-120"/>
              </a:rPr>
              <a:t>A form of adaptive resemblance in which an organism's appearance matches its physical background. Evolved by natural selection — individuals with closer background resemblance survive and reproduce at higher rates.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§8.1 Peppered Moth: Industrial Melanism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Directional Selection in Real Time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Biston betularia (peppered moth): two morphs — pale (typica) and dark (carbonaria)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Pre-industrial England: pale morph dominant — matches lichen-covered bark; dark morph rare (~1%)</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Post-industrial (1850s+): soot killed lichens and blackened bark → dark morph increased to &gt;90% in industrial areas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H.B.D. Kettlewell (1950s): direct demonstration — pale moths selectively removed by birds on dark bark, dark moths on pale bark</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Clean Air Act: lichens returned; pale morph frequency recovering in cleaned industrial areas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Classic demonstration of directional selection producing real-time allele frequency change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Pre-industrial</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Pale &gt;99%</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Pre-1850</a:t>
            </a:r>
            <a:endParaRPr lang="en-US" sz="800" dirty="0"/>
          </a:p>
        </p:txBody>
      </p:sp>
      <p:sp>
        <p:nvSpPr>
          <p:cNvPr id="12" name="Shape 10"/>
          <p:cNvSpPr/>
          <p:nvPr/>
        </p:nvSpPr>
        <p:spPr>
          <a:xfrm>
            <a:off x="632155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9740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Industrialisation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Soot covers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bark</a:t>
            </a:r>
            <a:endParaRPr lang="en-US" sz="900" dirty="0"/>
          </a:p>
        </p:txBody>
      </p:sp>
      <p:sp>
        <p:nvSpPr>
          <p:cNvPr id="14" name="Text 12"/>
          <p:cNvSpPr/>
          <p:nvPr/>
        </p:nvSpPr>
        <p:spPr>
          <a:xfrm>
            <a:off x="59740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1850s</a:t>
            </a:r>
            <a:endParaRPr lang="en-US" sz="800" dirty="0"/>
          </a:p>
        </p:txBody>
      </p:sp>
      <p:sp>
        <p:nvSpPr>
          <p:cNvPr id="15" name="Shape 13"/>
          <p:cNvSpPr/>
          <p:nvPr/>
        </p:nvSpPr>
        <p:spPr>
          <a:xfrm>
            <a:off x="744931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710184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Dark morph</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&gt;90% in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industrial areas</a:t>
            </a:r>
            <a:endParaRPr lang="en-US" sz="900" dirty="0"/>
          </a:p>
        </p:txBody>
      </p:sp>
      <p:sp>
        <p:nvSpPr>
          <p:cNvPr id="17" name="Text 15"/>
          <p:cNvSpPr/>
          <p:nvPr/>
        </p:nvSpPr>
        <p:spPr>
          <a:xfrm>
            <a:off x="710184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1900s</a:t>
            </a:r>
            <a:endParaRPr lang="en-US" sz="800" dirty="0"/>
          </a:p>
        </p:txBody>
      </p:sp>
      <p:sp>
        <p:nvSpPr>
          <p:cNvPr id="18" name="Shape 16"/>
          <p:cNvSpPr/>
          <p:nvPr/>
        </p:nvSpPr>
        <p:spPr>
          <a:xfrm>
            <a:off x="8577072" y="2309774"/>
            <a:ext cx="219456" cy="219456"/>
          </a:xfrm>
          <a:prstGeom prst="ellipse">
            <a:avLst/>
          </a:prstGeom>
          <a:solidFill>
            <a:srgbClr val="3D8C7A"/>
          </a:solidFill>
          <a:ln w="6350">
            <a:solidFill>
              <a:srgbClr val="FFFFFF"/>
            </a:solidFill>
            <a:prstDash val="solid"/>
          </a:ln>
        </p:spPr>
      </p:sp>
      <p:sp>
        <p:nvSpPr>
          <p:cNvPr id="19" name="Text 17"/>
          <p:cNvSpPr/>
          <p:nvPr/>
        </p:nvSpPr>
        <p:spPr>
          <a:xfrm>
            <a:off x="822960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Clean Air Act</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pale recovering</a:t>
            </a:r>
            <a:endParaRPr lang="en-US" sz="900" dirty="0"/>
          </a:p>
        </p:txBody>
      </p:sp>
      <p:sp>
        <p:nvSpPr>
          <p:cNvPr id="20" name="Text 18"/>
          <p:cNvSpPr/>
          <p:nvPr/>
        </p:nvSpPr>
        <p:spPr>
          <a:xfrm>
            <a:off x="822960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1956+</a:t>
            </a:r>
            <a:endParaRPr lang="en-US" sz="800" dirty="0"/>
          </a:p>
        </p:txBody>
      </p:sp>
      <p:sp>
        <p:nvSpPr>
          <p:cNvPr id="21" name="Shape 19"/>
          <p:cNvSpPr/>
          <p:nvPr/>
        </p:nvSpPr>
        <p:spPr>
          <a:xfrm>
            <a:off x="274320" y="4297680"/>
            <a:ext cx="8595360" cy="621792"/>
          </a:xfrm>
          <a:prstGeom prst="rect">
            <a:avLst/>
          </a:prstGeom>
          <a:solidFill>
            <a:srgbClr val="1C2B1E"/>
          </a:solidFill>
          <a:ln w="12700">
            <a:solidFill>
              <a:srgbClr val="1C2B1E"/>
            </a:solidFill>
            <a:prstDash val="solid"/>
          </a:ln>
        </p:spPr>
      </p:sp>
      <p:sp>
        <p:nvSpPr>
          <p:cNvPr id="22" name="Text 2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Industrial Melanism: </a:t>
            </a:r>
            <a:pPr indent="0" marL="0">
              <a:buNone/>
            </a:pPr>
            <a:r>
              <a:rPr lang="en-US" sz="1100" dirty="0">
                <a:solidFill>
                  <a:srgbClr val="F4F1EC"/>
                </a:solidFill>
                <a:latin typeface="Calibri" pitchFamily="34" charset="0"/>
                <a:ea typeface="Calibri" pitchFamily="34" charset="-122"/>
                <a:cs typeface="Calibri" pitchFamily="34" charset="-120"/>
              </a:rPr>
              <a:t>The increase in frequency of dark (melanic) forms of Biston betularia in polluted industrial areas where soot eliminated lichen cover and darkened bark. A real-time demonstration of directional selection by avian predation.</a:t>
            </a:r>
            <a:endParaRPr lang="en-US" sz="1100" dirty="0"/>
          </a:p>
        </p:txBody>
      </p:sp>
      <p:sp>
        <p:nvSpPr>
          <p:cNvPr id="23" name="Text 2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24" name="Text 2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§8.2 Batesian Mimicry: Basic Mechanism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Palatable Mimic Exploits a Learned Predator Response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Henry Walter Bates (1862): observed in the Amazon that palatable butterflies closely resembled unpalatable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Mechanism: predators learn to avoid the unpalatable MODEL through negative experience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palatable MIMIC exploits this learned aversion without paying the cost of being unpalatable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Requirement 1: the model must be genuinely unpalatable — the predator must learn avoidance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Requirement 2: the predator must generalise — avoid the mimic as well as the model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Requirement 3: the mimic must be rarer than the model — otherwise predators encounter mimics too often and learn to distinguish</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Model: genuinely unpalatable (e.g. Danaus chrysippus)</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Predator learns aversion to model's warning colouration</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Mimic: palatable but resembles model (e.g. Hypolimnas misippus)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Predator avoids mimic due to generalised aversion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Mimic survives without cost of unpalat- ability</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Batesian Mimicry: </a:t>
            </a:r>
            <a:pPr indent="0" marL="0">
              <a:buNone/>
            </a:pPr>
            <a:r>
              <a:rPr lang="en-US" sz="1100" dirty="0">
                <a:solidFill>
                  <a:srgbClr val="F4F1EC"/>
                </a:solidFill>
                <a:latin typeface="Calibri" pitchFamily="34" charset="0"/>
                <a:ea typeface="Calibri" pitchFamily="34" charset="-122"/>
                <a:cs typeface="Calibri" pitchFamily="34" charset="-120"/>
              </a:rPr>
              <a:t>A form of mimicry in which a palatable mimic resembles an unpalatable model. The mimic exploits a predator's learned aversion without the metabolic cost of being unpalatable. Named after H.W. Bates (1862).</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§8.2 Batesian Mimicry in Indian Butterflies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Danaus chrysippus and Its Mimics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Danaus chrysippus (plain tiger): unpalatable model in India — contains cardenolide toxins sequestered from Calotropis host plants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Hypolimnas misippus (danaid eggfly): female mimics D. chrysippus closely; male is non-mimetic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Why only females mimic? Males compete for mates — conspicuousness serves mating display; females must survive to lay eggs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Mimicry is often sex-limited in Batesian cases — selection pressure asymmetric between sexes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Papilio polytes (common Mormon): female has three morphs — one non-mimetic, two mimicking different unpalatable models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Sex-limited mimicry demonstrates that a single genome can encode multiple adaptive phenotypes through regulatory control</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DANAUS CHRYSIPPUS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(Model)</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Unpalatable: cardenolide toxins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Orange + black + white pattern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Conspicuous: warning advertisement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Host plant: Calotropis procera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Pan-Indian distribution</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HYPOLIMNAS MISIPPUS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(Mimic)</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Palatable species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Female mimics D. chrysippus pattern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Male is non-mimetic (dark)</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Sex-limited mimicry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Selective advantage only for females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Sex-Limited Mimicry: </a:t>
            </a:r>
            <a:pPr indent="0" marL="0">
              <a:buNone/>
            </a:pPr>
            <a:r>
              <a:rPr lang="en-US" sz="1100" dirty="0">
                <a:solidFill>
                  <a:srgbClr val="F4F1EC"/>
                </a:solidFill>
                <a:latin typeface="Calibri" pitchFamily="34" charset="0"/>
                <a:ea typeface="Calibri" pitchFamily="34" charset="-122"/>
                <a:cs typeface="Calibri" pitchFamily="34" charset="-120"/>
              </a:rPr>
              <a:t>Mimicry expressed in only one sex, typically females. Occurs when the selective pressures on males and females differ — males may benefit from conspicuousness in mate attraction while females need cryptic or mimetic protection to survive to reproduction.</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§8.3 Müllerian Mimicry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When All Partners Are Genuinely Unpalatable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Fritz Müller (1879): mathematically demonstrated that two unpalatable species sharing the same warning pattern BOTH benefit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Mechanism: each encounter with any member of the complex teaches a predator to avoid all members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cost of predator education is SHARED — no individual species bears it alone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Contrast with Batesian: in Batesian, the mimic benefits at the model's expense (increases predator encounters); in Müllerian, both species benefit mutually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Müllerian mimicry is mutualistic — each species benefits from resemblance to the others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the Heliconius butterfly complex in South America — multiple unpalatable species sharing red-and-black patterns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BATESIAN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One palatable + one unpalatable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Mimic exploits model at cost to model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Mimic must be rarer than model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Frequency-dependent — unstable at high mimic freq.</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Parasitic relationship</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MÜLLERIAN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Both species genuinely unpalatable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Both benefit from shared pattern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Ratio of mimics to models irrelevant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Stable at any frequency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Mutualistic relationship</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Müllerian Mimicry: </a:t>
            </a:r>
            <a:pPr indent="0" marL="0">
              <a:buNone/>
            </a:pPr>
            <a:r>
              <a:rPr lang="en-US" sz="1100" dirty="0">
                <a:solidFill>
                  <a:srgbClr val="F4F1EC"/>
                </a:solidFill>
                <a:latin typeface="Calibri" pitchFamily="34" charset="0"/>
                <a:ea typeface="Calibri" pitchFamily="34" charset="-122"/>
                <a:cs typeface="Calibri" pitchFamily="34" charset="-120"/>
              </a:rPr>
              <a:t>A form of mimicry in which two or more genuinely unpalatable species share the same warning pattern. All benefit by sharing the cost of predator education. Stable at any frequency — contrast with Batesian mimicry. Named after Fritz Müller (1879).</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§8.4 Frequency-Dependent Selection in Batesian Mimicry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the Mimic Must Stay Rare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Batesian mimicry is governed by NEGATIVE FREQUENCY-DEPENDENT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mimics are rare relative to models: predators rarely encounter mimics; the mimetic pattern reliably predicts unpalatability; selection strongly favours the mimic pattern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mimics become common relative to models: predators increasingly encounter palatable mimics; the pattern loses its predictive value; predators learn to attack despite the warning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Mimic fitness DECREASES as mimic frequency INCREASES — classic negative frequency dependence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Equilibrium: mimic frequency stabilises where predator discrimination reaches a threshold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creates a natural carrying capacity for Batesian mimicry in any ecosystem</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Mimic fitness ∝ (models / mimics)</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When mimics &lt;&lt; models: predators cannot distinguish; mimic fitness high</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When mimics ≈ models: predators begin sampling; mimic fitness intermediate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When mimics &gt;&gt; models: predators learn to attack warning pattern; mimic fitness low</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Negative frequency dependence: fitness decreases as frequency increases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Stable equilibrium: mimic maintained at minority frequency</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Result: Batesian mimics are always minority in natural communities</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Negative Frequency-Dependent Selection: </a:t>
            </a:r>
            <a:pPr indent="0" marL="0">
              <a:buNone/>
            </a:pPr>
            <a:r>
              <a:rPr lang="en-US" sz="1100" dirty="0">
                <a:solidFill>
                  <a:srgbClr val="F4F1EC"/>
                </a:solidFill>
                <a:latin typeface="Calibri" pitchFamily="34" charset="0"/>
                <a:ea typeface="Calibri" pitchFamily="34" charset="-122"/>
                <a:cs typeface="Calibri" pitchFamily="34" charset="-120"/>
              </a:rPr>
              <a:t>Selection in which a genotype's fitness decreases as its frequency increases in the population. Batesian mimicry is the clearest example — the mimic benefits only when rare relative to the model. Maintains stable minority-frequency polymorphisms.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§8.5 Intrasexual Selection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Competition Within a Sex: Weapons and Arms Races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Intrasexual selection: competition between members of the same sex (typically males) for access to mates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Drives evolution of WEAPONS: antlers (deer), horns (beetles, rhinoceros beetles), enlarged claws (fiddler crabs), canine teeth (baboons)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Produces arms races: if larger antlers win more fights, selection favours ever-larger antlers in both competitors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Sexual size dimorphism often reflects intensity of intrasexual competition — more dimorphic = stronger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Cost: weapons are energetically expensive to develop and maintain; they may impair survival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evolutionary "runaway" aspect: arms races can produce traits far beyond what would be favoured by natural selection alone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WEAPONS (intrasexual)</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Males compete directly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Physical combat determines access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Larger/stronger male wins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Arms race dynamics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Deer antlers, beetle horns, elephant tusks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ORNAMENTS (intersexual)</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Males display to females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Female choice determines access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More elaborate display wins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Runaway selection dynamics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Peacock train, bird of paradise plumage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Intrasexual Selection: </a:t>
            </a:r>
            <a:pPr indent="0" marL="0">
              <a:buNone/>
            </a:pPr>
            <a:r>
              <a:rPr lang="en-US" sz="1100" dirty="0">
                <a:solidFill>
                  <a:srgbClr val="F4F1EC"/>
                </a:solidFill>
                <a:latin typeface="Calibri" pitchFamily="34" charset="0"/>
                <a:ea typeface="Calibri" pitchFamily="34" charset="-122"/>
                <a:cs typeface="Calibri" pitchFamily="34" charset="-120"/>
              </a:rPr>
              <a:t>A component of sexual selection involving direct competition between members of the same sex (typically males) for access to mates. Drives evolution of weapons (antlers, horns, enlarged claws) through escalating arms races.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§8.5 Sexual Size Dimorphism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Body Size Difference as Evidence of Sexual Selection Intensity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Sexual size dimorphism: consistent size difference between males and females of the same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 most mammals and birds: males larger than females — consistent with stronger intrasexual selection on males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Extreme cases: elephant seals — males up to 10× heavier than females; harem polygyny, intense male-male competition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Reversed dimorphism: females larger than males in some species — raptors (female peregrine 50% heavier than male)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 raptors: larger female may reflect selection for egg production capacity; males selected for aerial agility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Pattern: degree of dimorphism predicts mating system — monogamous species least dimorphic; polygynous most dimorphic</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Dimorphism and Mating System</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MONOGAMY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Both sexes similar size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Low male-male competition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Example: gibbons (~equal size)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Sexual dimorphism ratio ~1.0</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POLYGYNY (one male, multiple females)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Males larger than females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Strong male-male competition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Example: gorilla (♂ ~2× ♀ body mass)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Elephant seal (♂ up to 10×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Hamadryas baboon (♂ ~2× ♀)</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PATTERN: degree of dimorphism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predicts intensity of male-male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competition in that species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IMPLICATION: mating system can be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inferred from skeletal fossils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used to infer hominin social structure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Sexual Dimorphism: </a:t>
            </a:r>
            <a:pPr indent="0" marL="0">
              <a:buNone/>
            </a:pPr>
            <a:r>
              <a:rPr lang="en-US" sz="1100" dirty="0">
                <a:solidFill>
                  <a:srgbClr val="F4F1EC"/>
                </a:solidFill>
                <a:latin typeface="Calibri" pitchFamily="34" charset="0"/>
                <a:ea typeface="Calibri" pitchFamily="34" charset="-122"/>
                <a:cs typeface="Calibri" pitchFamily="34" charset="-120"/>
              </a:rPr>
              <a:t>A consistent difference in morphology, size, or colour between males and females of the same species. Reflects the intensity of sexual selection. More dimorphic species have stronger intrasexual competition or more intense mate choice.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§8.6 Intersexual Selection: The Choosy Female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Females Choose and Males Display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Intersexual selection: one sex (typically females) evaluates and selects among displaying members of the other sex</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Why females are choosy: females invest more per offspring (larger gametes, gestation, parental care) — a "poor choice" is costlier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Bateman's principle (1948): in most species, female reproductive success is limited by egg production/offspring raising; male RS limited by female access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 males compete for females; females choose among competing males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Drives evolution of ornaments: peacock train, bird of paradise plumage, deer rut vocalisation, guppy colour patches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peacock's train: reduces survival (difficult to escape predators) but increases reproductive success — a net evolutionary gain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FEMALES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High per-offspring investment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Reproductive success limited by biology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Choosy: each mating costly mistake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 mates with costly honest signals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Drive evolution of male ornaments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MALES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Low per-offspring investment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Reproductive success limited by female access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Compete: many mates = more offspring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Produce costly displays and ornaments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Subject to both weapons and ornament selection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Intersexual Selection: </a:t>
            </a:r>
            <a:pPr indent="0" marL="0">
              <a:buNone/>
            </a:pPr>
            <a:r>
              <a:rPr lang="en-US" sz="1100" dirty="0">
                <a:solidFill>
                  <a:srgbClr val="F4F1EC"/>
                </a:solidFill>
                <a:latin typeface="Calibri" pitchFamily="34" charset="0"/>
                <a:ea typeface="Calibri" pitchFamily="34" charset="-122"/>
                <a:cs typeface="Calibri" pitchFamily="34" charset="-120"/>
              </a:rPr>
              <a:t>A component of sexual selection in which one sex (typically females) evaluates and chooses among displaying members of the other sex. Drives evolution of ornamental traits — peacock train, bird of paradise plumage, guppy colour patches.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§8.6 The Good Genes Hypothesis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Female Choice Is Actually Selecting For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Why should females prefer elaborate ornaments? If ornament is costly, only genuinely high-quality males can afford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GOOD GENES HYPOTHESIS: females choosing more elaborate displays are selecting for alleles that confer superior viability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the display reflects underlying genetic quality (disease resistance, metabolic efficiency), offspring inherit both the ornament alleles AND the quality alleles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Parasite resistance model (Hamilton &amp; Zuk, 1982): elaborate displays signal parasite resistance; females choosing them gain offspring with better immune function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female great tits prefer males with more symmetric wing patterns — symmetry reflects developmental precision under stress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Debate: how much of mate choice is "good genes" vs Fisherian runaway (arbitrary aesthetic preference)?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Three Models of Female Choice</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FISHERIAN RUNAWAY (Fisher 1930)</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Female preference for any trait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male trait genetically correlated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positive feedback: both escalate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Produces arbitrary elaborate ornaments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 adaptive value in the trait itself</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GOOD GENES (Zahavi 1975 variant)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Costly ornament = honest signal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Only high-quality males afford it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Females gain high-quality alleles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for offspring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Ornament has adaptive function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DIRECT BENEFITS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Choosing male provides: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better territory, better parental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care, nuptial gifts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Fitness benefit is direct, not genetic</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All three mechanisms likely operate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to varying degrees in different species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Good Genes Hypothesis: </a:t>
            </a:r>
            <a:pPr indent="0" marL="0">
              <a:buNone/>
            </a:pPr>
            <a:r>
              <a:rPr lang="en-US" sz="1100" dirty="0">
                <a:solidFill>
                  <a:srgbClr val="F4F1EC"/>
                </a:solidFill>
                <a:latin typeface="Calibri" pitchFamily="34" charset="0"/>
                <a:ea typeface="Calibri" pitchFamily="34" charset="-122"/>
                <a:cs typeface="Calibri" pitchFamily="34" charset="-120"/>
              </a:rPr>
              <a:t>The hypothesis that female mate choice selects for ornaments that honestly signal genetic quality (disease resistance, developmental precision). Females gain high-quality alleles for their offspring by choosing the most elaborate displays.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§8.7 The Handicap Principle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Zahavi (1975): Costliness Guarantees Honesty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Amotz Zahavi (1975): the most counterintuitive idea in evolutionary biology — why elaborate costly signals are HONEST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why doesn't selection produce cheap cheats who fake quality signals without actually being high quality?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Zahavi's solution: a signal is honest only if it is COSTLY to produce — the cost is what prevents cheating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Only genuinely high-quality individuals can afford the full cost of an extreme signal without fatal fitness consequences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Low-quality individuals who try to produce an equally elaborate signal die — they cannot sustain the cost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signal's costliness is therefore a GUARANTEE of its honesty — the handicap is the proof</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CHEAP SIGNAL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(Dishonest)</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Low cost to produce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Any individual can afford it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Low-quality males fake it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Loses predictive value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Selected against by female choice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COSTLY SIGNAL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(Honest)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High cost to produce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Only high-quality males can afford it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Low-quality males die trying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Reliably predicts underlying quality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Maintained by female choice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Handicap Principle: </a:t>
            </a:r>
            <a:pPr indent="0" marL="0">
              <a:buNone/>
            </a:pPr>
            <a:r>
              <a:rPr lang="en-US" sz="1100" dirty="0">
                <a:solidFill>
                  <a:srgbClr val="F4F1EC"/>
                </a:solidFill>
                <a:latin typeface="Calibri" pitchFamily="34" charset="0"/>
                <a:ea typeface="Calibri" pitchFamily="34" charset="-122"/>
                <a:cs typeface="Calibri" pitchFamily="34" charset="-120"/>
              </a:rPr>
              <a:t>Zahavi's (1975) hypothesis that honest signals are maintained because they are costly to produce — only genuinely high-quality individuals can sustain the cost. Costliness prevents cheating and guarantees signal reliability.</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§8.7 The Peacock's Train: A Case Study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Eye-Spots, Survival Cost, and Mate Choice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Peacock (Pavo cristatus) train: up to 1.5 m of elongated upper tail coverts with iridescent eye-spots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Survival cost: train reduces escape speed, increases predation risk, energetically expensive to grow and maintain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train is a classic handicap: its extreme development signals to peahens that the male is so fit he can survive DESPITE this burden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Marion Petrie (1994): experimentally reduced train length by cutting eye-spots → reduced mating success; replaced eye-spots → mating success restored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Petrie also showed: peahens that mated with males having more eye-spots had offspring with higher survival — good genes confirmed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peacock's train is simultaneously a Fisherian ornament, a handicap, and a good-genes indicator</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Petrie's Peacock Experiment (1994)</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EXPERIMENTAL MANIPULATION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Control: peacocks with normal trains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Treatment: eye-spots experimentally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reduced (cut from feathers)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RESULT 1: Mating success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Control: normal mating success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Treatment: significantly reduced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Female choice driven by eye-spot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number, not just train length</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RESULT 2: Offspring quality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Peahens mated with high eye-spot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males had offspring with: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Higher growth rates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Higher survival to independence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Confirms good genes hypothesis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CONCLUSION: Eye-spot number honestly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signals male genetic quality;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peahen choice gains genetic benefit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for offspring</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Honest Signalling: </a:t>
            </a:r>
            <a:pPr indent="0" marL="0">
              <a:buNone/>
            </a:pPr>
            <a:r>
              <a:rPr lang="en-US" sz="1100" dirty="0">
                <a:solidFill>
                  <a:srgbClr val="F4F1EC"/>
                </a:solidFill>
                <a:latin typeface="Calibri" pitchFamily="34" charset="0"/>
                <a:ea typeface="Calibri" pitchFamily="34" charset="-122"/>
                <a:cs typeface="Calibri" pitchFamily="34" charset="-120"/>
              </a:rPr>
              <a:t>A signalling system in which the signal reliably predicts the signaller's quality, because the cost of the signal prevents low-quality individuals from producing it at full intensity. The foundation of the handicap principle.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§8.2–8.7 Deception vs Honest Signalling</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Two Evolutionary Strategies for Information Transfer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DECEPTION (Batesian mimicry): the mimic transmits FALSE information — it looks dangerous but is palatable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Works only when rare: if deception is too common, the signal loses reliability and selection removes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HONEST SIGNALLING (handicap, good genes): the signal transmits TRUE information, guaranteed by cost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Works at any frequency: because the signal is costly to fake, its reliability persists regardless of how common it 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Biological information theory: evolution has produced two parallel solutions to the problem of reliable communication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Both strategies are stable under specific conditions — deception requires rarity; honesty requires costliness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DECEPTION</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(Batesian mimicry)</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Signal = false information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Works only when mimic is rare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Frequency-dependent fitness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Unstable if mimics become common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removes signal at high frequency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HONEST SIGNALLING</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(Handicap principle)</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Signal = true information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Works at any frequency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Fitness constant regardless of frequency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Stable because cost prevents cheating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maintains signal at all frequencies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Biological Information Theory: </a:t>
            </a:r>
            <a:pPr indent="0" marL="0">
              <a:buNone/>
            </a:pPr>
            <a:r>
              <a:rPr lang="en-US" sz="1100" dirty="0">
                <a:solidFill>
                  <a:srgbClr val="F4F1EC"/>
                </a:solidFill>
                <a:latin typeface="Calibri" pitchFamily="34" charset="0"/>
                <a:ea typeface="Calibri" pitchFamily="34" charset="-122"/>
                <a:cs typeface="Calibri" pitchFamily="34" charset="-120"/>
              </a:rPr>
              <a:t>The evolutionary study of how reliable information is transmitted between organisms. Deception (Batesian mimicry) requires rarity for stability. Honest signalling (handicap principle) requires costliness. Both are stable evolutionary strategies under their respective conditions.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§8.5–8.7 Sexual Selection in Practice: Odisha Examples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Recognising Sexual Selection in Field Observations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Indian peafowl (Pavo cristatus): train size + eye-spot number = honest signal of genetic quality; seasonal breeding + peahen choice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Indian paradise flycatcher (Terpsiphone paradisi): adult male has white elongated tail streamers; female lacks them — intersexual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Rhinoceros beetle (Dynastinae): male horn length correlates with fighting success for tree sap resources — intrasexual weapons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Mudskipper (Boleophthalmus species): male territory displays including fin elevation and jumping — both intrasexual and intersexual components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observation rule: extreme sexual dimorphism → sexual selection is operating; which type? Weapons = intrasexual; Ornaments = intersexual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Temporal pattern: traits expressed only in breeding season → likely sexual selection (energy budget freed by selection)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Identifying Sexual Selection in the Field</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QUESTION 1: Is the trait sexually dimorphic?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Yes → sexual selection likely operating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 → probably natural selection or drift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QUESTION 2: Is it a weapon or ornament?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Weapon (horns, enlarged claws, size):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Intrasexual competition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Ornament (colours, elongated feathers,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song complexity, display behaviour):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Intersexual (mate choice)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QUESTION 3: Is it costly?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Yes, obviously → handicap principle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may operate (e.g. peacock train)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Yes, but subtly → good genes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(e.g. symmetry, parasite load)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QUESTION 4: Is it frequency-dependent?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Yes (fitness drops when common)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probably deceptive/mimetic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 (fitness stable)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probably honest signal</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Sexual Dimorphism as Evidence: </a:t>
            </a:r>
            <a:pPr indent="0" marL="0">
              <a:buNone/>
            </a:pPr>
            <a:r>
              <a:rPr lang="en-US" sz="1100" dirty="0">
                <a:solidFill>
                  <a:srgbClr val="F4F1EC"/>
                </a:solidFill>
                <a:latin typeface="Calibri" pitchFamily="34" charset="0"/>
                <a:ea typeface="Calibri" pitchFamily="34" charset="-122"/>
                <a:cs typeface="Calibri" pitchFamily="34" charset="-120"/>
              </a:rPr>
              <a:t>Consistent morphological difference between males and females that cannot be explained by natural selection alone. The most accessible field evidence that sexual selection has been operating. Weapons point to intrasexual selection; ornaments point to intersexual selection.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female Hypolimnas misippus (danaid eggfly) closely mimics Danaus chrysippus (plain tiger) in parts of India, while the male H. misippus has a completely different, non-mimetic appearance. (a) Why does selection maintain mimicry in females but not males of this species? (b) What does this tell us about the relationship between natural selection and sexual selection in this species? (c) Predict what would happen to the female mimetic form's fitness if Danaus chrysippus were to become very rare in a population. What evolutionary response would you predict over many generations?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Why might male and female butterflies face different selection pressures? What happens to Batesian mimicry when the model becomes rare? What does the frequency of models relative to mimics determine?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female Hypolimnas misippus (danaid eggfly) closely mimics Danaus chrysippus (plain tiger) in parts of India, while the male H. misippus has a completely different, non-mimetic appearance. (a) Why does selection maintain mimicry in females but not males of this species? (b) What does this tell us about the relationship between natural selection and sexual selection in this species? (c) Predict what would happen to the female mimetic form's fitness if Danaus chrysippus were to become very rare in a population. What evolutionary response would you predict over many generations?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Sex-limited mimicry in H. misippus: Females benefit from mimicry because their primary fitness challenge is SURVIVAL long enough to lay eggs. A palatable female that mimics D. chrysippus is protected from avian predation — she resembles an unpalatable model, so predators that have encountered the model will avoid her too. Male H. misippus faces a different set of selection pressures: their fitness is limited primarily by mating success, not just survival. Males must be conspicuous to locate mates and to compete with other males. The bright white and black pattern of the male is visible from distance and attractive to females — conspicuousness has reproductive value that outweighs the predation cost. Natural selection would favour mimicry in males only if predation risk were so severe that it outweighed the mating advantage of conspicuousness. In this species, it apparently does not. (b) Conflict between natural selection and sexual selection: The male H. misippus illustrates a fundamental tension: natural selection (avoiding predation) would favour the mimetic pattern in both sexes, but sexual selection (attracting mates, competing with rivals) favours conspicuousness in males. Sexual selection has overridden natural selection in males, producing a non-mimetic phenotype. The two components of selection act in opposite directions on male appearance, and sexual selection has prevailed. This demonstrates that natural selection and sexual selection can impose conflicting pressures on the same character in the same species. (c) Effect of D. chrysippus becoming rare: If D. chrysippus became very rare in a population, predators would encounter fewer models and their learned aversion to the orange-and-black warning pattern would weaken or extinguish. When predators no longer associate the pattern with unpalatability, the female H. misippus mimetic form provides no protective benefit — it has become a neutral signal rather than a protective one. In the short term: the mimetic female form suffers higher predation (no longer protected, but conspicuous). In the longer term: selection would favour female forms with different, cryptic or non-mimetic colouration that provides protection through concealment rather than warning mimicry. Over many generations, the mimetic form would decrease in frequency and alternative female forms would increase. This is precisely the negative frequency-dependent dynamic: mimic fitness depends on model frequency, not just mimic frequency.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Müllerian mimicry and Batesian mimicry superficially look similar — in both cases, organisms share warning colouration patterns. A student argues: "They must be the same thing — both involve an edible-looking organism and a dangerous-looking organism sharing the same pattern." Identify the error in this reasoning. Explain precisely how Müllerian and Batesian mimicry differ in: (a) the palatability status of the participants; (b) the evolutionary relationship between the species involved; (c) the role of predator frequency-dependence; and (d) their stability at different mimic-to-model ratios.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In Müllerian mimicry, are both species unpalatable or is one palatable? Does it matter how many Müllerian mimics there are relative to each other? In Batesian, what happens when mimics become as common as the model?</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Müllerian mimicry and Batesian mimicry superficially look similar — in both cases, organisms share warning colouration patterns. A student argues: "They must be the same thing — both involve an edible-looking organism and a dangerous-looking organism sharing the same pattern." Identify the error in this reasoning. Explain precisely how Müllerian and Batesian mimicry differ in: (a) the palatability status of the participants; (b) the evolutionary relationship between the species involved; (c) the role of predator frequency-dependence; and (d) their stability at different mimic-to-model ratios.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student's error is applying a framework correct for Batesian mimicry to a system with fundamentally different participants and dynamics. Precise comparison across the four dimensions: (a) Palatability status: In Batesian mimicry, there is a clear asymmetry — one species (the model) is genuinely unpalatable; the other (the mimic) is palatable but resembles the model. The relationship is parasitic: the mimic gains benefit; the model suffers cost. In Müllerian mimicry, BOTH (or all) species in the mimicry ring are genuinely unpalatable. There is no "palatable" participant. Both species honestly advertise unpalatability through the shared pattern. The student's description "an edible-looking organism and a dangerous-looking organism" only fits Batesian — in Müllerian, both are dangerous-looking because both are genuinely dangerous (or at least unpalatable). (b) Evolutionary relationship: In Batesian mimicry, the relationship between mimic and model is asymmetric and has an exploitative quality — the mimic free-rides on the model's investment in unpalatability and the predator learning it generates. In Müllerian mimicry, the relationship is mutualistic — both species contribute to predator education and both benefit from the shared pattern. The Müllerian relationship is cooperative convergence on a shared signal. (c) Role of predator frequency-dependence: In Batesian mimicry, predator behaviour is strongly frequency-dependent on the mimic-to-model ratio. Predators learn to discriminate between models and mimics when mimics are common — the mimic's protection breaks down. In Müllerian mimicry, predators experience every encounter with any member of the ring as reinforcing their aversion to the pattern. There is no distinction in the predator's experience between "model" and "mimic" encounters — all encounters are aversive. Predator behaviour is not frequency-dependent in a way that disadvantages any member. (d) Stability at different ratios: Batesian mimicry is unstable at high mimic-to-model ratios — when mimics are common, the pattern becomes an unreliable predictor of unpalatability, and predators learn to sample it. This imposes strong negative frequency-dependent selection on the mimic, preventing it from becoming common. The system has a frequency-dependent equilibrium well below parity. Müllerian mimicry is stable at any ratio of participating species — whether there are 10 times as many of one species as another is irrelevant, because every encounter reinforces the signal. There is no equivalent instability. This fundamental difference in frequency-dependence is why Batesian mimics are always minority members of their communities, while Müllerian mimics can be found at any relative frequency.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(Odisha Scenario)</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In Bhitarkanika National Park, Odisha, a field researcher observes two species of watersnake — species A (venomous, with bold red-and-black banding) and species B (non-venomous, with nearly identical red-and-black banding). She notes that species B is 4× more abundant than species A. (a) What type of mimicry system does this represent? (b) Apply the relevant population genetics principle to predict the direction of selection on species B's mimetic pattern under the current abundance ratio. (c) In a different region where species A went locally extinct, what would you predict for species B's colour pattern over many generations? (d) What experiment would test whether the banding pattern in species B is genuinely maintained by avian predation?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Is species B palatable (non-venomous) or unpalatable? Which mimicry type applies? When mimics outnumber models 4:1, what does the frequency-dependent relationship predict? What happens when the model disappears?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In Bhitarkanika National Park, Odisha, a field researcher observes two species of watersnake — species A (venomous, with bold red-and-black banding) and species B (non-venomous, with nearly identical red-and-black banding). She notes that species B is 4× more abundant than species A. (a) What type of mimicry system does this represent? (b) Apply the relevant population genetics principle to predict the direction of selection on species B's mimetic pattern under the current abundance ratio. (c) In a different region where species A went locally extinct, what would you predict for species B's colour pattern over many generations? (d) What experiment would test whether the banding pattern in species B is genuinely maintained by avian predation?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Type of mimicry: This is a Batesian mimicry system. Species A (venomous) is the unpalatable model; species B (non-venomous) is the palatable mimic. The protective signal (red-and-black banding) honestly represents danger in species A and dishonestly represents it in species B. (b) Direction of selection under 4:1 mimic-to-model ratio: When mimics (B) are 4× more abundant than models (A), predators encounter the red-and-black banding pattern far more often in a palatable context than an unpalatable one. Predators that sample the banded pattern and find it edible (species B) are positively reinforced for attacking banded snakes. Their learned aversion to the pattern weakens significantly. At a 4:1 ratio, the mimetic pattern provides substantially less protection to individual mimics than at a 1:1 or 1:4 ratio. Selection is therefore acting AGAINST the mimetic pattern in species B at this frequency — negative frequency-dependent selection is pushing mimic frequency down. Prediction: selection would favour any variants of species B with less conspicuous or different patterns that provide protection through cryptic colouration rather than the now-ineffective mimicry. (c) Local extinction of species A: If the model (species A) goes locally extinct, the mimetic pattern in species B has zero protective value — no predators have learned to avoid the red-and-black pattern, so it provides no protection. Furthermore, the conspicuous banding makes species B MORE visible to predators than a cryptic snake would be. Selection now strongly disfavours the mimetic pattern. Over many generations, natural selection would increase the frequency of cryptic variants of species B and decrease the mimetic banded form. This process of gradual loss of a mimetic pattern when the model disappears has been documented in isolated populations of other mimics. (d) Experiment to test avian predation maintenance: Design a predation experiment using artificial clay models placed in the field at Bhitarkanika: (1) Create three types of clay snake models: (i) red-and-black banded (mimetic pattern), (ii) plain brown (cryptic, non-mimetic), (iii) yellow-and-black banded (novel, non-occurring pattern); (2) Deploy equal numbers in areas where species A is present and areas where it is absent; (3) After a defined period, retrieve models and score for bird attack marks (beak impressions) on the clay; (4) Prediction under the mimicry hypothesis: banded models should have significantly fewer attack marks than plain brown or novel-pattern models in areas where species A is present; the difference should be reduced or absent in areas where species A is absent. This is a standard artificial prey experiment following the design used by Pfennig and others to test coral snake mimicry.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Amotz Zahavi proposed the handicap principle in 1975, arguing that honest signals must be costly to produce. The idea was initially dismissed by many theorists who argued that costly signals would be selected against rather than maintained. (a) What specific logical problem were the critics identifying? (b) How did subsequent mathematical modelling (particularly Alan Grafen's 1990 model) rescue the handicap principle? (c) Apply the principle to the peacock's train: why is its costliness the guarantee of its honesty? Why can a low-quality male not simply produce an equally elaborate train?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If a signal is costly, why doesn't selection simply produce a cheaper signal that works just as well? What does Grafen's model show about how quality interacts with signal cost? Think about why the cost matters differently for high-quality vs low-quality individuals.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Amotz Zahavi proposed the handicap principle in 1975, arguing that honest signals must be costly to produce. The idea was initially dismissed by many theorists who argued that costly signals would be selected against rather than maintained. (a) What specific logical problem were the critics identifying? (b) How did subsequent mathematical modelling (particularly Alan Grafen's 1990 model) rescue the handicap principle? (c) Apply the principle to the peacock's train: why is its costliness the guarantee of its honesty? Why can a low-quality male not simply produce an equally elaborate train?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The critics' logical problem: The initial criticism was that if signals are costly, selection should favour cheaper alternatives. If a male can achieve the same mating success with a smaller, less costly ornament, selection should produce smaller ornaments over time — the costly version should be selected against. Furthermore, critics argued that if the signal is costly and the signal is what females choose, then females are selecting for males who WASTE resources — choosing males who have the highest handicap seems maladaptive. There appeared to be no self-consistent model in which costly signals were evolutionarily stable. (b) Grafen's 1990 resolution: Alan Grafen (1990) provided a rigorous game-theoretic proof of the handicap principle using signal detection theory. The key insight was that the cost of the signal must be differentially borne by high-quality and low-quality males. Specifically: the cost of producing a given signal intensity IS DIFFERENT for high-quality vs low-quality males. For a high-quality male, producing an elaborate train costs X fitness units but gains Y fitness units through mating success, with Y &gt; X. For a low-quality male, producing the SAME elaborate train costs MORE than X fitness units (because he has fewer resources to spare), making the net gain negative. This quality-dependent cost means: (i) high-quality males benefit from producing the elaborate signal; (ii) low-quality males are better off NOT producing it (or producing a less elaborate version); (iii) the system is evolutionarily stable because each quality class produces the signal level that maximises its own net fitness. The costliness is not uniform — it interacts with quality. Cheating is unprofitable because the cost is prohibitive for low-quality individuals at the full signal intensity. (c) Why the peacock's train is honest: The peacock's train is costly in multiple specific ways: (i) Growth cost: the train requires significant protein and energy to grow — a nutritionally stressed male cannot grow as many full eye-spots; (ii) Metabolic maintenance cost: carrying 1.5m of train imposes a permanent aerobic cost; (iii) Predation cost: the train reduces escape speed from predators; (iv) Parasite and immune cost: a male with heavy parasite load or immune compromise cannot allocate resources to full train development. For a genuinely high-quality male (good immune function, high food-acquisition efficiency, low parasite burden), the train's costs are affordable and the mating gain is worth them. For a low-quality male, the same train development would require diverting resources from immune function, energy acquisition, and survival to such a degree that his survival probability would drop catastrophically. A low-quality male who produces a full train dies. This differential survival cost is what prevents cheating — it is the peacock equivalent of Grafen's quality-dependent cost. The elaborate train's costliness is therefore a reliable signal: only males who can afford the cost (i.e., genuinely high-quality) survive long enough to display a full train in breeding season.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Darwin proposed sexual selection as a process separate from natural selection in "The Descent of Man and Selection in Relation to Sex" (1871). Many of his contemporaries, including Alfred Russel Wallace, disagreed — Wallace argued that apparently sexually selected traits (bright colours, elaborate ornaments) were actually the result of natural selection for signalling species identity or individual fitness, not aesthetic female choice. The debate between Darwinian sexual selection and Wallacean "natural selection plus species recognition" continues in a modern form. Evaluate the evidence that sexual selection is a real, distinct process separate from natural selection, using examples from the chapter. What would constitute definitive evidence that female choice is driving ornament evolution, independent of species recognition or natural selection?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is the specific claim of sexual selection that distinguishes it from natural selection? What evidence (from field experiments, comparative data, or genetic studies) shows that female preference — not species recognition or survival advantages — is driving ornament evolution? What predictions does each hypothesis make that differ?</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Darwin proposed sexual selection as a process separate from natural selection in "The Descent of Man and Selection in Relation to Sex" (1871). Many of his contemporaries, including Alfred Russel Wallace, disagreed — Wallace argued that apparently sexually selected traits (bright colours, elaborate ornaments) were actually the result of natural selection for signalling species identity or individual fitness, not aesthetic female choice. The debate between Darwinian sexual selection and Wallacean "natural selection plus species recognition" continues in a modern form. Evaluate the evidence that sexual selection is a real, distinct process separate from natural selection, using examples from the chapter. What would constitute definitive evidence that female choice is driving ornament evolution, independent of species recognition or natural selection?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Darwin-Wallace debate is substantive and continues to produce productive research. Evaluating the evidence: The key claim of Darwinian sexual selection: Female aesthetic preference for arbitrary or costly traits drives ornament evolution independently of natural selection for survival. The Wallacean alternative: Bright colours and elaborate ornaments are under natural selection because they signal species identity (preventing costly hybridisation) or individual fitness (only healthy, high-quality individuals are bright). Female "choice" is not aesthetic preference but adaptive discrimination between fit and unfit males. Evidence supporting Darwinian sexual selection as distinct from natural selection: (1) Experimental manipulation of ornaments: Marion Petrie's peacock experiment (1994) directly tested whether eye-spot number affects female choice. After removing eye-spots, mating success fell; after restoration, it recovered. Importantly, eye-spots do not appear to function in species recognition (all Pavo cristatus have the same species-level pattern) and do not reflect species identity differences. This is specifically about within-species female preference for quantity of a display element. (2) Fisherian runaway evidence: In some guppy (Poecilia reticulata) populations, females prefer novel colour patterns even when those patterns are not found in wild males — suggesting preference can exist independently of any signal the trait currently carries. This is consistent with Fisher's arbitrary aesthetic preference model. (3) Intraspecific variation in preference: In great snipe (Gallinago media), female choice differs between populations, and male ornaments have diverged between those populations — consistent with female preference driving ornament divergence rather than species recognition (there is no hybridisation problem between adjacent populations). (4) Intersexual conflict: In many species, elaborate male traits have evolved that are HARMFUL to females — long male copulations that reduce female fitness, forced matings. These cannot be explained by species recognition or natural selection for mutual benefit. They imply a conflict between male traits that maximise male mating success and female fitness — consistent with sexual selection acting independently of natural selection. (5) Costly ornaments with no obvious survival function: Some ornaments seem specifically designed to reduce survival (peacock train impairing escape) — natural selection acting alone would never produce a trait that reduces survival unless the mating advantage is so large it overcomes the survival cost. This is the specific signature of sexual selection operating in opposition to natural selection. What would constitute definitive evidence: The strongest possible evidence would be: (a) Show in a controlled experiment that females prefer males with experimentally enhanced ornaments when species recognition is held constant (ornament varies but species identity does not); (b) Show that offspring of females who chose high-ornament males have higher fitness even in environments without the relevant sexual selection — demonstrating good genes rather than just preference; (c) Show that ornament divergence between populations tracks female preference divergence, not ecological divergence or species range overlap (which would support species recognition). Petrie's peacock experiment and similar work comes close to this, but the full experimental demonstration combining all three criteria has not been achieved in a single system. The honest assessment: Wallace was partially right — many "ornaments" do carry honest information about individual quality (consistent with good genes models). Darwin was also right — female preference can drive ornament elaboration beyond what natural selection for individual quality alone would produce. The modern consensus is that both processes operate, often simultaneously in the same system.</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Batesian and Müllerian mimicry are essentially the same thing — in both, species look alike because it helps them avoid predation.</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superficial similarity conceals fundamental differences. In Batesian mimicry, one species (the mimic) is palatable and exploits a predator's learned aversion to an unpalatable model — a parasitic relationship where the model suffers increased predation. In Müllerian mimicry, all species are genuinely unpalatable and share the cost of predator education mutually — a mutualistic relationship. Their frequency-dependence properties are completely opposite: Batesian is unstable when mimics are common; Müllerian is stable at any frequency.</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Sexual selection always produces traits that are harmful to individual survival — it always conflicts with natural selection.</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Sexual selection and natural selection conflict when ornaments reduce survival but increase mating success, as in the peacock. But they are aligned when female choice is based on signals that honestly reflect genetic quality — in this case, females choosing the most elaborate males gain offspring with better immune function, growth rates, and survival. The good-genes hypothesis predicts that sexual selection often reinforces rather than conflicts with natural selection by selecting for genetically superior individuals.</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handicap principle means that animals deliberately handicap themselves to show off.</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handicap principle is a property of evolutionary game theory, not intentional behaviour. Animals do not "decide" to be costly signals. Rather, over evolutionary time, natural selection has favoured genotypes that produce costly signals — because those genotypes happened to be in high-quality individuals who could afford the cost. Low-quality individuals with the same genotype died from the cost. No intentionality is involved.</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Industrial melanism in Biston betularia proves evolution by natural selection definitively.</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Industrial melanism is a clear and well-documented demonstration of directional selection changing allele frequencies in response to a changed environment. However, some details of Kettlewell's original experiments have been questioned. The overall pattern — dark moth frequency tracked pollution levels — is robustly established by many independent studies. The lesson about selection changing allele frequencies is valid; the specific mechanism (avian predation on bark) is supported but was overstated in some older textbook accounts.</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Cryptic colouration, Batesian mimicry, and Müllerian mimicry are three forms of adaptive resemblance produced by natural selection acting on variation in appearance. Each exploits a specific predator sensory and learning mechanism.</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Batesian mimicry is governed by negative frequency-dependent selection: mimic fitness decreases as mimic frequency increases. The mimic must remain rarer than the model for the system to persist — explaining why Batesian mimics are always minority members of their communities.</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Müllerian mimicry is a mutualistic system in which all participants are genuinely unpalatable. It is stable at any mimic-to-model ratio, unlike Batesian mimicry. Convergence on a shared warning signal reduces the per-species cost of predator education.</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Intrasexual selection drives evolution of weapons (antlers, horns, enlarged claws) through direct male-male competition. Intersexual selection drives evolution of ornaments (peacock train, paradise flycatcher tail streamers) through female mate choice.</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handicap principle (Zahavi, 1975) explains why costly signals are honest: only genuinely high-quality individuals can afford the full cost of an extreme signal. Low-quality individuals attempting the same signal die from the cost, making the signal a reliable indicator of quality.</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7 (frequency-dependent selection — the population genetics mechanism underlying Batesian mimicry) · Ch. 6 (natural selection — the framework for all selective processes here)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9 (speciation — sexual selection can be a driver of reproductive isolation through sensory bias divergence)</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8 — Adaptive Resemblance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2026-05-29T10:25:58Z</dcterms:created>
  <dcterms:modified xsi:type="dcterms:W3CDTF">2026-05-29T10:25:58Z</dcterms:modified>
</cp:coreProperties>
</file>